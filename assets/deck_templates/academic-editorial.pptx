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_fill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stripe_cover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667000"/>
            <a:ext cx="8382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>
                <a:solidFill>
                  <a:srgbClr val="0F172A"/>
                </a:solidFill>
                <a:latin typeface="Playfair Display"/>
              </a:rPr>
              <a:t>Paper Title Goes Here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914400" y="5524500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>
                <a:solidFill>
                  <a:srgbClr val="475569"/>
                </a:solidFill>
                <a:latin typeface="Inter"/>
              </a:rPr>
              <a:t>Author One · Author Two · Affiliation</a:t>
            </a:r>
          </a:p>
        </p:txBody>
      </p:sp>
      <p:sp>
        <p:nvSpPr>
          <p:cNvPr id="6" name="badge_fill"/>
          <p:cNvSpPr/>
          <p:nvPr/>
        </p:nvSpPr>
        <p:spPr>
          <a:xfrm>
            <a:off x="15811500" y="762000"/>
            <a:ext cx="1714500" cy="3810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"/>
          <p:cNvSpPr txBox="1"/>
          <p:nvPr/>
        </p:nvSpPr>
        <p:spPr>
          <a:xfrm>
            <a:off x="15811500" y="7620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AF7F0"/>
                </a:solidFill>
                <a:latin typeface="Inter"/>
              </a:rPr>
              <a:t>NEURIPS 2026</a:t>
            </a:r>
          </a:p>
        </p:txBody>
      </p:sp>
      <p:sp>
        <p:nvSpPr>
          <p:cNvPr id="8" name="image_slot"/>
          <p:cNvSpPr/>
          <p:nvPr/>
        </p:nvSpPr>
        <p:spPr>
          <a:xfrm>
            <a:off x="9525000" y="0"/>
            <a:ext cx="8763000" cy="10287000"/>
          </a:xfrm>
          <a:prstGeom prst="rect">
            <a:avLst/>
          </a:prstGeom>
          <a:solidFill>
            <a:srgbClr val="E8E3D8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_fill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block_divider"/>
          <p:cNvSpPr/>
          <p:nvPr/>
        </p:nvSpPr>
        <p:spPr>
          <a:xfrm>
            <a:off x="17335500" y="0"/>
            <a:ext cx="952500" cy="102870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tion_number"/>
          <p:cNvSpPr txBox="1"/>
          <p:nvPr/>
        </p:nvSpPr>
        <p:spPr>
          <a:xfrm>
            <a:off x="1905000" y="3048000"/>
            <a:ext cx="1447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7F1D1D"/>
                </a:solidFill>
                <a:latin typeface="Inter"/>
              </a:rPr>
              <a:t>01 ·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1905000" y="3619500"/>
            <a:ext cx="14478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0">
                <a:solidFill>
                  <a:srgbClr val="0F172A"/>
                </a:solidFill>
                <a:latin typeface="Playfair Display"/>
              </a:rPr>
              <a:t>Method →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1905000" y="5715000"/>
            <a:ext cx="14478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i="1">
                <a:solidFill>
                  <a:srgbClr val="475569"/>
                </a:solidFill>
                <a:latin typeface="Inter"/>
              </a:rPr>
              <a:t>Section preview text in italic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_fill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_label"/>
          <p:cNvSpPr txBox="1"/>
          <p:nvPr/>
        </p:nvSpPr>
        <p:spPr>
          <a:xfrm>
            <a:off x="914400" y="762000"/>
            <a:ext cx="16459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spc="112">
                <a:solidFill>
                  <a:srgbClr val="7F1D1D"/>
                </a:solidFill>
                <a:latin typeface="Inter"/>
              </a:rPr>
              <a:t>01 · METHOD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914400" y="1143000"/>
            <a:ext cx="16459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>
                <a:solidFill>
                  <a:srgbClr val="0F172A"/>
                </a:solidFill>
                <a:latin typeface="Playfair Display"/>
              </a:rPr>
              <a:t>Slide Title</a:t>
            </a:r>
          </a:p>
        </p:txBody>
      </p:sp>
      <p:sp>
        <p:nvSpPr>
          <p:cNvPr id="5" name="title_rule"/>
          <p:cNvSpPr/>
          <p:nvPr/>
        </p:nvSpPr>
        <p:spPr>
          <a:xfrm>
            <a:off x="914400" y="2095500"/>
            <a:ext cx="1905000" cy="952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_rule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914400" y="9715500"/>
            <a:ext cx="1143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1">
                <a:solidFill>
                  <a:srgbClr val="475569"/>
                </a:solidFill>
                <a:latin typeface="Inter"/>
              </a:rPr>
              <a:t>Paper title here · authors · venue</a:t>
            </a:r>
          </a:p>
        </p:txBody>
      </p:sp>
      <p:sp>
        <p:nvSpPr>
          <p:cNvPr id="8" name="slide_number"/>
          <p:cNvSpPr txBox="1"/>
          <p:nvPr/>
        </p:nvSpPr>
        <p:spPr>
          <a:xfrm>
            <a:off x="16192500" y="9715500"/>
            <a:ext cx="11811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0F172A"/>
                </a:solidFill>
                <a:latin typeface="Inter"/>
              </a:rPr>
              <a:t>N/N</a:t>
            </a:r>
          </a:p>
        </p:txBody>
      </p:sp>
      <p:sp>
        <p:nvSpPr>
          <p:cNvPr id="9" name="body"/>
          <p:cNvSpPr txBox="1"/>
          <p:nvPr/>
        </p:nvSpPr>
        <p:spPr>
          <a:xfrm>
            <a:off x="914400" y="2476500"/>
            <a:ext cx="16459200" cy="704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>
                <a:solidFill>
                  <a:srgbClr val="0F172A"/>
                </a:solidFill>
                <a:latin typeface="Inter"/>
              </a:rPr>
              <a:t>Body content goes here. Multiple paragraphs supported via newlines. Inter 22pt, slate ink.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_fill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_label"/>
          <p:cNvSpPr txBox="1"/>
          <p:nvPr/>
        </p:nvSpPr>
        <p:spPr>
          <a:xfrm>
            <a:off x="914400" y="762000"/>
            <a:ext cx="16459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spc="112">
                <a:solidFill>
                  <a:srgbClr val="7F1D1D"/>
                </a:solidFill>
                <a:latin typeface="Inter"/>
              </a:rPr>
              <a:t>01 · METHOD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914400" y="1143000"/>
            <a:ext cx="16459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>
                <a:solidFill>
                  <a:srgbClr val="0F172A"/>
                </a:solidFill>
                <a:latin typeface="Playfair Display"/>
              </a:rPr>
              <a:t>Slide Title</a:t>
            </a:r>
          </a:p>
        </p:txBody>
      </p:sp>
      <p:sp>
        <p:nvSpPr>
          <p:cNvPr id="5" name="title_rule"/>
          <p:cNvSpPr/>
          <p:nvPr/>
        </p:nvSpPr>
        <p:spPr>
          <a:xfrm>
            <a:off x="914400" y="2095500"/>
            <a:ext cx="1905000" cy="952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_rule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914400" y="9715500"/>
            <a:ext cx="1143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1">
                <a:solidFill>
                  <a:srgbClr val="475569"/>
                </a:solidFill>
                <a:latin typeface="Inter"/>
              </a:rPr>
              <a:t>Paper title here · authors · venue</a:t>
            </a:r>
          </a:p>
        </p:txBody>
      </p:sp>
      <p:sp>
        <p:nvSpPr>
          <p:cNvPr id="8" name="slide_number"/>
          <p:cNvSpPr txBox="1"/>
          <p:nvPr/>
        </p:nvSpPr>
        <p:spPr>
          <a:xfrm>
            <a:off x="16192500" y="9715500"/>
            <a:ext cx="11811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0F172A"/>
                </a:solidFill>
                <a:latin typeface="Inter"/>
              </a:rPr>
              <a:t>N/N</a:t>
            </a:r>
          </a:p>
        </p:txBody>
      </p:sp>
      <p:sp>
        <p:nvSpPr>
          <p:cNvPr id="9" name="body"/>
          <p:cNvSpPr txBox="1"/>
          <p:nvPr/>
        </p:nvSpPr>
        <p:spPr>
          <a:xfrm>
            <a:off x="914400" y="2476500"/>
            <a:ext cx="8763000" cy="704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>
                <a:solidFill>
                  <a:srgbClr val="0F172A"/>
                </a:solidFill>
                <a:latin typeface="Inter"/>
              </a:rPr>
              <a:t>Left-column body text. Reference the figure on the right.</a:t>
            </a:r>
          </a:p>
        </p:txBody>
      </p:sp>
      <p:sp>
        <p:nvSpPr>
          <p:cNvPr id="10" name="image_slot"/>
          <p:cNvSpPr/>
          <p:nvPr/>
        </p:nvSpPr>
        <p:spPr>
          <a:xfrm>
            <a:off x="10058400" y="2476500"/>
            <a:ext cx="7315200" cy="7048500"/>
          </a:xfrm>
          <a:prstGeom prst="rect">
            <a:avLst/>
          </a:prstGeom>
          <a:solidFill>
            <a:srgbClr val="E8E3D8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_fill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_label"/>
          <p:cNvSpPr txBox="1"/>
          <p:nvPr/>
        </p:nvSpPr>
        <p:spPr>
          <a:xfrm>
            <a:off x="914400" y="762000"/>
            <a:ext cx="164592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spc="112">
                <a:solidFill>
                  <a:srgbClr val="7F1D1D"/>
                </a:solidFill>
                <a:latin typeface="Inter"/>
              </a:rPr>
              <a:t>01 · METHOD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914400" y="1143000"/>
            <a:ext cx="16459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>
                <a:solidFill>
                  <a:srgbClr val="0F172A"/>
                </a:solidFill>
                <a:latin typeface="Playfair Display"/>
              </a:rPr>
              <a:t>Slide Title</a:t>
            </a:r>
          </a:p>
        </p:txBody>
      </p:sp>
      <p:sp>
        <p:nvSpPr>
          <p:cNvPr id="5" name="title_rule"/>
          <p:cNvSpPr/>
          <p:nvPr/>
        </p:nvSpPr>
        <p:spPr>
          <a:xfrm>
            <a:off x="914400" y="2095500"/>
            <a:ext cx="1905000" cy="952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_rule"/>
          <p:cNvSpPr/>
          <p:nvPr/>
        </p:nvSpPr>
        <p:spPr>
          <a:xfrm>
            <a:off x="914400" y="9620250"/>
            <a:ext cx="164592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914400" y="9715500"/>
            <a:ext cx="1143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1">
                <a:solidFill>
                  <a:srgbClr val="475569"/>
                </a:solidFill>
                <a:latin typeface="Inter"/>
              </a:rPr>
              <a:t>Paper title here · authors · venue</a:t>
            </a:r>
          </a:p>
        </p:txBody>
      </p:sp>
      <p:sp>
        <p:nvSpPr>
          <p:cNvPr id="8" name="slide_number"/>
          <p:cNvSpPr txBox="1"/>
          <p:nvPr/>
        </p:nvSpPr>
        <p:spPr>
          <a:xfrm>
            <a:off x="16192500" y="9715500"/>
            <a:ext cx="11811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0F172A"/>
                </a:solidFill>
                <a:latin typeface="Inter"/>
              </a:rPr>
              <a:t>N/N</a:t>
            </a:r>
          </a:p>
        </p:txBody>
      </p:sp>
      <p:sp>
        <p:nvSpPr>
          <p:cNvPr id="9" name="body"/>
          <p:cNvSpPr txBox="1"/>
          <p:nvPr/>
        </p:nvSpPr>
        <p:spPr>
          <a:xfrm>
            <a:off x="914400" y="2476500"/>
            <a:ext cx="7620000" cy="704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>
                <a:solidFill>
                  <a:srgbClr val="0F172A"/>
                </a:solidFill>
                <a:latin typeface="Inter"/>
              </a:rPr>
              <a:t>Left-column commentary. Reference the table on the right.</a:t>
            </a:r>
          </a:p>
        </p:txBody>
      </p:sp>
      <p:sp>
        <p:nvSpPr>
          <p:cNvPr id="10" name="table_anchor"/>
          <p:cNvSpPr/>
          <p:nvPr/>
        </p:nvSpPr>
        <p:spPr>
          <a:xfrm>
            <a:off x="8763000" y="2476500"/>
            <a:ext cx="8610600" cy="7048500"/>
          </a:xfrm>
          <a:prstGeom prst="rect">
            <a:avLst/>
          </a:prstGeom>
          <a:solidFill>
            <a:srgbClr val="E8E3D8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_fill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stripe_closing"/>
          <p:cNvSpPr/>
          <p:nvPr/>
        </p:nvSpPr>
        <p:spPr>
          <a:xfrm>
            <a:off x="0" y="0"/>
            <a:ext cx="76200" cy="102870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1905000" y="3429000"/>
            <a:ext cx="14478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600">
                <a:solidFill>
                  <a:srgbClr val="0F172A"/>
                </a:solidFill>
                <a:latin typeface="Playfair Display"/>
              </a:rPr>
              <a:t>Thank you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905000" y="5143500"/>
            <a:ext cx="1447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>
                <a:solidFill>
                  <a:srgbClr val="0F172A"/>
                </a:solidFill>
                <a:latin typeface="Inter"/>
              </a:rPr>
              <a:t>Q&amp;A</a:t>
            </a:r>
          </a:p>
        </p:txBody>
      </p:sp>
      <p:sp>
        <p:nvSpPr>
          <p:cNvPr id="6" name="links"/>
          <p:cNvSpPr txBox="1"/>
          <p:nvPr/>
        </p:nvSpPr>
        <p:spPr>
          <a:xfrm>
            <a:off x="1905000" y="5905500"/>
            <a:ext cx="1447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>
                <a:solidFill>
                  <a:srgbClr val="7F1D1D"/>
                </a:solidFill>
                <a:latin typeface="Inter"/>
              </a:rPr>
              <a:t>arxiv.org/abs/2026.XXXXX · contact@example.org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